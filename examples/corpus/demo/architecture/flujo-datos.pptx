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Flujo de datos de clientes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CRM Oracle → ETL_CLIENTES_DIARIA → tabla CLIENTE_MAESTRO → reporting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
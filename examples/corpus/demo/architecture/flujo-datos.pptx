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datos de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CRM_ORACLE -&gt; ETL_CLIENTES_DIARIA -&gt; CLIENTE_MAESTRO -&gt; reporting</a:t>
            </a:r>
          </a:p>
          <a:p>
            <a:r>
              <a:t>La validación de disponibilidad se ejecuta a las 04:30.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Controles de publicación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control PUB_CLIENTES_21 compara el recuento de origen y destino antes de publicar.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datos sintético</dc:title>
  <dc:subject/>
  <dc:creator>rag-docs-team</dc:creator>
  <cp:keywords/>
  <dc:description>generated using python-pptx</dc:description>
  <cp:lastModifiedBy>rag-docs-team</cp:lastModifiedBy>
  <cp:revision>1</cp:revision>
  <dcterms:created xsi:type="dcterms:W3CDTF">2026-01-01T00:00:00Z</dcterms:created>
  <dcterms:modified xsi:type="dcterms:W3CDTF">2026-01-01T00:00:00Z</dcterms:modified>
  <cp:category/>
</cp:coreProperties>
</file>